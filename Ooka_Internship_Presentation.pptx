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Gamified Study-Habit App Powered by an Exam-Paper Extraction Pipeline</a:t>
            </a:r>
            <a:endParaRPr lang="en-US" sz="1600" dirty="0"/>
          </a:p>
        </p:txBody>
      </p:sp>
      <p:pic>
        <p:nvPicPr>
          <p:cNvPr id="5" name="Image 0" descr="/sessions/kind-inspiring-mendel/mnt/quizMaker/s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02920"/>
            <a:ext cx="2194560" cy="733422"/>
          </a:xfrm>
          <a:prstGeom prst="rect">
            <a:avLst/>
          </a:prstGeom>
        </p:spPr>
      </p:pic>
      <p:pic>
        <p:nvPicPr>
          <p:cNvPr id="6" name="Image 1" descr="/sessions/kind-inspiring-mendel/mnt/quizMaker/ooka_08_wardrobe_ava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0"/>
            <a:ext cx="1828800" cy="34970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468880"/>
            <a:ext cx="8686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CA8 Internship Presentation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Ezell Low Qing Wei    Class: DCPE/FT/3B/99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Lab  (Educational Technology)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Supervisor: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Marcus Yip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Liaison Officer: 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Mohamed Ilyas Fakrudeen Abdul Salam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48640" y="6126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Computer Engineering  ·  16 Mar – 14 Aug 2026 (22 weeks)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My Aims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Ooka?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is a gamified study app that lets students practise on real exam questions and get an explanation the instant they answer. The problem it solves: homework is tedious and gives no immediate feedback, so students practise inconsistently and learn slowly.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aims for the internship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software that people actually use, not just classroom projects.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my Computer Engineering skills (programming, databases, AI) to a genuine problem.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whether software development — and EdTech in particular — is the field I want after I graduate.</a:t>
            </a:r>
            <a:endParaRPr lang="en-US" sz="1500" dirty="0"/>
          </a:p>
        </p:txBody>
      </p:sp>
      <p:pic>
        <p:nvPicPr>
          <p:cNvPr id="7" name="Image 0" descr="/sessions/kind-inspiring-mendel/mnt/quizMaker/ooka_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71600"/>
            <a:ext cx="2286000" cy="45274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Company — Curious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company does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Singapore EdTech company that builds digital tools to help students study. It grew out of tuition teaching — the founder still teaches the classes — so its products are shaped by how students actually behave.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access to its tools (Ooka currently free, in testing).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ecosystem: practice app, parent report cards, teacher analytics.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sell the tools into MOE schools.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my role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lean team — no approval chains, decisions in days.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the sole developer: I built the systems and vetted the content.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autonomy; expects strong self-direction.</a:t>
            </a:r>
            <a:endParaRPr lang="en-US" sz="1400" dirty="0"/>
          </a:p>
        </p:txBody>
      </p:sp>
      <p:pic>
        <p:nvPicPr>
          <p:cNvPr id="9" name="Image 0" descr="/sessions/kind-inspiring-mendel/mnt/quizMaker/ooka_org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463040"/>
            <a:ext cx="3840480" cy="21571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Industry &amp; Careers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12191695" cy="566928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Singapore's private tuition market: S$1.8 billion a year · 70%+ of students tutored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compete with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Geniebook — AI worksheets &amp; live classes (~US$18M funded).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KooBits — gamified primary maths (closest to our P6 Math).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chains (1,000+ centres) and free AI tools.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MOE's Student Learning Space (SLS) — competitor and a route into schools.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Curious Lab stays relevant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pace with the syllabus (I migrated it to the new MOE G1/G2/G3 levels).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to MOE EdTech Masterplan 2030 — all 360 schools to get learning analytics &amp; AI feedback.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is growing with a clear policy tailwind. Small companies offer early ownership of a whole product — a strong path for a polytechnic graduate.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0" y="1920240"/>
            <a:ext cx="283464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011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S$1.8B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86968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market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3200400"/>
            <a:ext cx="283464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6968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schools by 2030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69680" y="4480560"/>
            <a:ext cx="283464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5720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869680" y="5120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I shipped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My Tasks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406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deploy and maintain the entire Ooka system as the sole developer.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pipeline that extracts questions, answers and diagrams from real exam papers into a structured question bank.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the extracted question content myself.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app front end (React) and back end (FastAPI + MySQL): quizzes, streaks, XP, leaderboard, avatar shop, teacher dashboard.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run the app on the cloud, and give weekly updates to my supervisor and the founder.</a:t>
            </a:r>
            <a:endParaRPr lang="en-US" sz="1600" dirty="0"/>
          </a:p>
        </p:txBody>
      </p:sp>
      <p:pic>
        <p:nvPicPr>
          <p:cNvPr id="4" name="Image 0" descr="/sessions/kind-inspiring-mendel/mnt/quizMaker/ooka_02_sub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371600"/>
            <a:ext cx="2194560" cy="43463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Project — CDIO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Synopsis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that build towards one goal: an extraction pipeline manufactures a question bank from real exam papers, and the Ooka app turns that bank into a rewarding daily study loop with instant feedback.</a:t>
            </a:r>
            <a:endParaRPr lang="en-US" sz="1500" dirty="0"/>
          </a:p>
        </p:txBody>
      </p:sp>
      <p:pic>
        <p:nvPicPr>
          <p:cNvPr id="5" name="Image 0" descr="/sessions/kind-inspiring-mendel/mnt/quizMaker/ook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651760"/>
            <a:ext cx="7772400" cy="61238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users' needs (the problem)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is tedious, and it gives no immediate feedback. A student can finish a whole set and only learn days later what they got wrong — by then the learning moment has passed.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meet those needs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6949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real exam questions, not generic ones.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explanation the instant a question is answered.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streaks, XP and rewards to make practice consistent.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dashboard showing where each student is weak.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Parent-facing progress over time.</a:t>
            </a:r>
            <a:endParaRPr lang="en-US" sz="1400" dirty="0"/>
          </a:p>
        </p:txBody>
      </p:sp>
      <p:pic>
        <p:nvPicPr>
          <p:cNvPr id="7" name="Image 0" descr="/sessions/kind-inspiring-mendel/mnt/quizMaker/ooka_05_explanation_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1371600"/>
            <a:ext cx="2286000" cy="43712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Vite, Tailwind.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MySQL, JWT auth.  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+ Drive.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(pytesseract) + LLM for splitting &amp; explanations.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trade-offs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in Google Sheets, not MySQL — teachers edit content without a developer (gives up SQL search).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whole bank into memory once — fast quizzes (edits need a restart).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process — keeps caches correct (scale later with Redis).</a:t>
            </a:r>
            <a:endParaRPr lang="en-US" sz="1400" dirty="0"/>
          </a:p>
        </p:txBody>
      </p:sp>
      <p:pic>
        <p:nvPicPr>
          <p:cNvPr id="7" name="Image 0" descr="/sessions/kind-inspiring-mendel/mnt/quizMaker/ook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651760"/>
            <a:ext cx="3566160" cy="28097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carried out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583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 extraction, then LLM question splitting &amp; tagging (SIO, difficulty, marks).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the bank; added AI-written explanations where none existed.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new MOE syllabus (G1/G2/G3, Pure) + added P6 Math.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app: quiz engine, streaks/freeze, XP levelling, leaderboard, avatar shop, teacher dashboard.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Reverse-engineered the bank into the app's quiz generator.</a:t>
            </a:r>
            <a:endParaRPr lang="en-US" sz="1400" dirty="0"/>
          </a:p>
        </p:txBody>
      </p:sp>
      <p:pic>
        <p:nvPicPr>
          <p:cNvPr id="5" name="Image 0" descr="/sessions/kind-inspiring-mendel/mnt/quizMaker/old_b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17320"/>
            <a:ext cx="4663440" cy="3200053"/>
          </a:xfrm>
          <a:prstGeom prst="rect">
            <a:avLst/>
          </a:prstGeom>
        </p:spPr>
      </p:pic>
      <p:pic>
        <p:nvPicPr>
          <p:cNvPr id="6" name="Image 1" descr="/sessions/kind-inspiring-mendel/mnt/quizMaker/ooka_04_question_with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160520"/>
            <a:ext cx="1325880" cy="2535348"/>
          </a:xfrm>
          <a:prstGeom prst="rect">
            <a:avLst/>
          </a:prstGeom>
        </p:spPr>
      </p:pic>
      <p:pic>
        <p:nvPicPr>
          <p:cNvPr id="7" name="Image 2" descr="/sessions/kind-inspiring-mendel/mnt/quizMaker/ooka_03_quiz_bui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160520"/>
            <a:ext cx="1325880" cy="2535348"/>
          </a:xfrm>
          <a:prstGeom prst="rect">
            <a:avLst/>
          </a:prstGeom>
        </p:spPr>
      </p:pic>
      <p:pic>
        <p:nvPicPr>
          <p:cNvPr id="8" name="Image 3" descr="/sessions/kind-inspiring-mendel/mnt/quizMaker/ooka_06_statis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160520"/>
            <a:ext cx="1325880" cy="253534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— Outcome &amp; Impact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(front end) · Render, Singapore (back end) · Railway (MySQL). Secrets kept out of the repo; reproducible config.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exam papers processed into a structured bank across 5 levels.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deployed and in testing with ~22 students.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the company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67665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now has a working product to test with students, not just an idea.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the exact asset it plans to sell into MOE schools — plus the teacher analytics that make it credible.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80960" y="1280160"/>
            <a:ext cx="137160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137160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7040" y="1280160"/>
            <a:ext cx="1371600" cy="1051560"/>
          </a:xfrm>
          <a:prstGeom prst="roundRect">
            <a:avLst/>
          </a:prstGeom>
          <a:solidFill>
            <a:srgbClr val="F0EEEA"/>
          </a:solidFill>
          <a:ln w="12700">
            <a:solidFill>
              <a:srgbClr val="E05A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0" y="1371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5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6070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students</a:t>
            </a:r>
            <a:endParaRPr lang="en-US" sz="1100" dirty="0"/>
          </a:p>
        </p:txBody>
      </p:sp>
      <p:pic>
        <p:nvPicPr>
          <p:cNvPr id="18" name="Image 0" descr="/sessions/kind-inspiring-mendel/mnt/quizMaker/ooka_07_leader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651760"/>
            <a:ext cx="2194560" cy="41964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Problems I Solved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Reliable diagram extraction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is laid out differently, so crops broke constantly. I set an acceptance test — five clean extractions in a row — and, after abandoning AI diagram-recreation, solved it by extracting the whole question-and-answer as one image.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Ranks → XP (a design I had to reverse)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081528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progression system used grade bands (F9–A1). It made the app feel like a report card and could drop after a bad day — punishing practice. We replaced it with XP that rewards consistency and never decreases. Lesson: a system can be technically correct and still behaviourally wrong.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Performance at scale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773168"/>
            <a:ext cx="11247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 of the question bank and diagram images, batched Sheet fetches, and filename-based image URLs kept the app fast and within API quotas as the bank grew.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Skills &amp; Competencies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— learnt or practised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React front end, FastAPI + MySQL back end.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JWT, cloud deployment across 3 platforms.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&amp; Drive APIs; OCR; using LLMs as pipeline components.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and API structuring.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72237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progress through weekly updates.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 problem so a busy supervisor can answer fast.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Prioritising a roadmap with limited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760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Computer Engineering diploma gave the foundations; most specific tools (OCR, FastAPI, the Google APIs, deployment) I learnt on the job.</a:t>
            </a:r>
            <a:endParaRPr lang="en-US" sz="1300" dirty="0"/>
          </a:p>
        </p:txBody>
      </p:sp>
      <p:pic>
        <p:nvPicPr>
          <p:cNvPr id="8" name="Image 0" descr="/sessions/kind-inspiring-mendel/mnt/quizMaker/ooka_08_wardrobe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371600"/>
            <a:ext cx="2194560" cy="4196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Reflection — SDL &amp; Teamwork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669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training — I was given time to research and people to ask.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Learnt OCR, FastAPI, the Google APIs and deployment on the job.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experiments (local LLMs, diagram recreation) were information, not failures.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to persist vs. move on was the biggest lesson.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&amp; Lloyd set the problem; I brainstormed the solution with them.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managed and reviewed my work; Lloyd decided what shipped.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updates and frequent roadmap discussions.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rebrand and the rank→XP pivot came out of that feedback loop.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74980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22 weeks I designed, built, deployed and maintained an entire production system from a problem statement rather than a specification — an extraction pipeline of ~130 papers across 5 levels, and Ooka, now in testing with ~22 students, giving them feedback the moment they answer.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learnt as much from the approaches I abandoned as from the ones that worked, and that a design can be technically correct yet wrong for the people using it.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all, building something real students use has convinced me this is the industry I want to work in.</a:t>
            </a:r>
            <a:endParaRPr lang="en-US" sz="1600" dirty="0"/>
          </a:p>
        </p:txBody>
      </p:sp>
      <p:pic>
        <p:nvPicPr>
          <p:cNvPr id="4" name="Image 0" descr="/sessions/kind-inspiring-mendel/mnt/quizMaker/ooka_01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1371600"/>
            <a:ext cx="2194560" cy="43463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Ooka  ·  Curious Lab  ·  Ezell Low Qing Wei (DCPE/FT/3B/99)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Ezell Low Qing Wei  ·  Ooka  ·  Curious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2026-07-22T07:03:24Z</dcterms:created>
  <dcterms:modified xsi:type="dcterms:W3CDTF">2026-07-22T07:03:24Z</dcterms:modified>
</cp:coreProperties>
</file>