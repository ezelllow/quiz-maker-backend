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21388388" cy="30275213"/>
  <p:notesSz cx="7010400" cy="9296400"/>
  <p:defaultTextStyle>
    <a:defPPr>
      <a:defRPr lang="en-US"/>
    </a:defPPr>
    <a:lvl1pPr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1474788" indent="-1017588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2951163" indent="-2036763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4427538" indent="-3055938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5903913" indent="-4075113" algn="l" defTabSz="14747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>
          <p15:clr>
            <a:srgbClr val="A4A3A4"/>
          </p15:clr>
        </p15:guide>
        <p15:guide id="2" pos="6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7C80"/>
    <a:srgbClr val="E72631"/>
    <a:srgbClr val="C64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9" autoAdjust="0"/>
    <p:restoredTop sz="94600" autoAdjust="0"/>
  </p:normalViewPr>
  <p:slideViewPr>
    <p:cSldViewPr snapToGrid="0" snapToObjects="1">
      <p:cViewPr varScale="1">
        <p:scale>
          <a:sx n="18" d="100"/>
          <a:sy n="18" d="100"/>
        </p:scale>
        <p:origin x="2880" y="106"/>
      </p:cViewPr>
      <p:guideLst>
        <p:guide orient="horz" pos="9535"/>
        <p:guide pos="6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9" d="100"/>
          <a:sy n="59" d="100"/>
        </p:scale>
        <p:origin x="-2556" y="-9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D702BE55-B400-4C63-A73C-250744228B26}" type="datetimeFigureOut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C80B864-7356-41B8-A776-BCEA3F914EB7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5877001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25655612-9785-4D7C-A0C0-9518EED7C517}" type="datetimeFigureOut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696913"/>
            <a:ext cx="24638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SG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SG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E40170A-C183-4FD9-8BD2-0CD4F172BF6D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448860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375" y="9404350"/>
            <a:ext cx="18181638" cy="64897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338" y="17156113"/>
            <a:ext cx="14971712" cy="77374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860CD-DCD3-4D02-86FB-B84CE94774C6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BF8FF-EDBF-4416-8F20-65315C1C1322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96487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4" y="7064375"/>
            <a:ext cx="20318413" cy="23210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FCF5B-D1CB-4BB8-8DA2-29805B660F4C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82365-0D34-41D6-9E18-F32C3A41DE87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79232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19454813"/>
            <a:ext cx="18180050" cy="60134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00" y="12831763"/>
            <a:ext cx="18180050" cy="66230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A2A5AB-8925-4067-BDEB-3125741DD99A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D5AEA-1402-4B9C-AB71-068FA52A379A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07466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975" y="7064375"/>
            <a:ext cx="9547225" cy="19980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69600" y="7064375"/>
            <a:ext cx="9548813" cy="19980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CF9CB-9E09-4D39-A7A2-D853698B4A18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ECD96-011B-483F-BDE4-FE24FCF295A0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53354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975" y="6777038"/>
            <a:ext cx="9450388" cy="282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975" y="9601200"/>
            <a:ext cx="9450388" cy="174434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850" y="6777038"/>
            <a:ext cx="9453563" cy="28241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850" y="9601200"/>
            <a:ext cx="9453563" cy="174434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4A6FB-A752-4AFF-A14D-8D792C0C1D22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A1D70-E835-4411-9FED-8926DF854E2A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39237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9A22D-7B9E-437B-ADC5-01CFF012269B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11C0B-C83B-44C9-A219-F2DFA9F8B8F9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119483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B85EB-45CE-485F-91FE-2082FF178A7D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7AF6B-552A-4956-953B-9BF26D029D31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151702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04913"/>
            <a:ext cx="7035800" cy="5130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2950" y="1204913"/>
            <a:ext cx="11955463" cy="258397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975" y="6335713"/>
            <a:ext cx="7035800" cy="20708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B38BA-EFE7-4BAD-9226-69E37A72C719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FCAA9-7AEB-4AEE-BD39-35F0CA8E28E5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32808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588" y="21193125"/>
            <a:ext cx="12833350" cy="2501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2588" y="2705100"/>
            <a:ext cx="12833350" cy="18165763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2588" y="23695025"/>
            <a:ext cx="12833350" cy="3552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82F40-83F2-49FE-96A5-CCE7AF5D5C6B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B86D3-AF50-430F-911D-29A2FB1979DE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50521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7AD8E-0C08-4105-B1DD-591F9C30AC83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7E3A5-B71F-43C4-9607-86B530D2AA04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45633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06700" y="1212850"/>
            <a:ext cx="4811713" cy="25831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975" y="1212850"/>
            <a:ext cx="14284325" cy="25831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E2254-2F47-4AC0-B3A3-E4730B94E16D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61C48-248C-4B98-BB06-4989C1C211D7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95654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398112-6EE6-45B4-B622-B7231387332F}" type="datetime1">
              <a:rPr lang="en-US"/>
              <a:pPr>
                <a:defRPr/>
              </a:pPr>
              <a:t>11/29/2019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EC5BA-6666-4301-93AE-31B2C54471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795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69975" y="1212850"/>
            <a:ext cx="19248438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SG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69975" y="7064375"/>
            <a:ext cx="19248438" cy="1998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SG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975" y="28060650"/>
            <a:ext cx="4989513" cy="16113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BF2B5B69-BE24-415F-8246-CB1F9536D058}" type="datetime1">
              <a:rPr lang="en-SG"/>
              <a:pPr>
                <a:defRPr/>
              </a:pPr>
              <a:t>29/11/2019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07263" y="28060650"/>
            <a:ext cx="6773862" cy="16113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28900" y="28060650"/>
            <a:ext cx="4989513" cy="16113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39CCA2A-A1BB-4C74-BA2E-69F02168B373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21409859" cy="302752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84974" y="1325442"/>
            <a:ext cx="12403414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SG" sz="8000" b="1" dirty="0" smtClean="0">
                <a:latin typeface="Century Gothic" panose="020B0502020202020204" pitchFamily="34" charset="0"/>
              </a:rPr>
              <a:t>Curious Lab</a:t>
            </a:r>
            <a:endParaRPr lang="en-SG" sz="8000" b="1" dirty="0"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71942" y="27528218"/>
            <a:ext cx="133442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600" dirty="0">
                <a:latin typeface="Century Gothic" panose="020B0502020202020204" pitchFamily="34" charset="0"/>
              </a:rPr>
              <a:t>Student : Ezell Low Qing Wei   I   Class : DCPE/FT/3B/99</a:t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  <a:r>
              <a:rPr lang="en-SG" sz="3600" dirty="0" err="1" smtClean="0">
                <a:latin typeface="Century Gothic" panose="020B0502020202020204" pitchFamily="34" charset="0"/>
              </a:rPr>
              <a:t/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  <a:r>
              <a:rPr lang="en-SG" sz="3600" dirty="0" err="1" smtClean="0">
                <a:latin typeface="Century Gothic" panose="020B0502020202020204" pitchFamily="34" charset="0"/>
              </a:rPr>
              <a:t/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  <a:r>
              <a:rPr lang="en-SG" sz="3600" b="1" dirty="0">
                <a:solidFill>
                  <a:srgbClr val="B23E65"/>
                </a:solidFill>
                <a:latin typeface="Century Gothic" panose="020B0502020202020204" pitchFamily="34" charset="0"/>
                <a:ea typeface="Adobe Gothic Std B" panose="020B0800000000000000" pitchFamily="34" charset="-128"/>
              </a:rPr>
              <a:t/>
            </a:r>
            <a:r>
              <a:rPr lang="en-SG" sz="3600" dirty="0">
                <a:latin typeface="Century Gothic" panose="020B0502020202020204" pitchFamily="34" charset="0"/>
              </a:rPr>
              <a:t/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  <a:endParaRPr lang="en-SG" sz="3600" dirty="0">
              <a:latin typeface="Century Gothic" panose="020B0502020202020204" pitchFamily="34" charset="0"/>
            </a:endParaRPr>
          </a:p>
          <a:p>
            <a:r>
              <a:rPr lang="en-SG" sz="3600" dirty="0">
                <a:latin typeface="Century Gothic" panose="020B0502020202020204" pitchFamily="34" charset="0"/>
              </a:rPr>
              <a:t>Company : Curious Lab</a:t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</a:p>
          <a:p>
            <a:r>
              <a:rPr lang="en-SG" sz="3600" dirty="0" smtClean="0">
                <a:latin typeface="Century Gothic" panose="020B0502020202020204" pitchFamily="34" charset="0"/>
              </a:rPr>
              <a:t>Company Supervisor : Mr Marcus Yip</a:t>
            </a:r>
            <a:r>
              <a:rPr lang="en-SG" sz="3600" dirty="0">
                <a:latin typeface="Century Gothic" panose="020B0502020202020204" pitchFamily="34" charset="0"/>
              </a:rPr>
              <a:t/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  <a:r>
              <a:rPr lang="en-SG" sz="3600" dirty="0" err="1" smtClean="0">
                <a:latin typeface="Century Gothic" panose="020B0502020202020204" pitchFamily="34" charset="0"/>
              </a:rPr>
              <a:t/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  <a:r>
              <a:rPr lang="en-SG" sz="3600" dirty="0" err="1" smtClean="0">
                <a:latin typeface="Century Gothic" panose="020B0502020202020204" pitchFamily="34" charset="0"/>
              </a:rPr>
              <a:t/>
            </a:r>
            <a:endParaRPr lang="en-SG" sz="3600" dirty="0">
              <a:latin typeface="Century Gothic" panose="020B0502020202020204" pitchFamily="34" charset="0"/>
            </a:endParaRPr>
          </a:p>
          <a:p>
            <a:r>
              <a:rPr lang="en-SG" sz="3600" dirty="0">
                <a:latin typeface="Century Gothic" panose="020B0502020202020204" pitchFamily="34" charset="0"/>
              </a:rPr>
              <a:t>LO : Mr Mohamed Ilyas Fakrudeen Abdul Salam</a:t>
            </a:r>
            <a:r>
              <a:rPr lang="en-SG" sz="3600" dirty="0" smtClean="0">
                <a:latin typeface="Century Gothic" panose="020B0502020202020204" pitchFamily="34" charset="0"/>
              </a:rPr>
              <a:t/>
            </a:r>
            <a:r>
              <a:rPr lang="en-SG" sz="3600" dirty="0" err="1" smtClean="0">
                <a:latin typeface="Century Gothic" panose="020B0502020202020204" pitchFamily="34" charset="0"/>
              </a:rPr>
              <a:t/>
            </a:r>
            <a:endParaRPr lang="en-SG" sz="3600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571942" y="7071723"/>
            <a:ext cx="8635319" cy="19697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>
                <a:solidFill>
                  <a:srgbClr val="B23E65"/>
                </a:solidFill>
                <a:latin typeface="Century Gothic"/>
              </a:rPr>
              <a:t>COMPANY PROFILE: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Curious Lab is a Singapore EdTech company that builds digital tools to help students study more effectively.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It turns real exam material into engaging, self-directed practice for O-Level and PSLE students.</a:t>
            </a:r>
          </a:p>
          <a:p>
            <a:pPr algn="l">
              <a:spcBef>
                <a:spcPts val="1600"/>
              </a:spcBef>
              <a:spcAft>
                <a:spcPts val="500"/>
              </a:spcAft>
            </a:pPr>
            <a:r>
              <a:rPr sz="4200" b="1">
                <a:solidFill>
                  <a:srgbClr val="B23E65"/>
                </a:solidFill>
                <a:latin typeface="Century Gothic"/>
              </a:rPr>
              <a:t>KEY AREAS OF RESPONSIBILITIES :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Full-stack developer for Ooka, the company's gamified study app.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Built an automated pipeline that extracts questions, answers and diagrams from exam papers.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Developed the app front end (React) and back end (FastAPI + MySQL).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Deployed and maintained the app on the cloud.</a:t>
            </a:r>
          </a:p>
          <a:p>
            <a:pPr algn="l">
              <a:spcBef>
                <a:spcPts val="1600"/>
              </a:spcBef>
              <a:spcAft>
                <a:spcPts val="500"/>
              </a:spcAft>
            </a:pPr>
            <a:r>
              <a:rPr sz="4200" b="1">
                <a:solidFill>
                  <a:srgbClr val="B23E65"/>
                </a:solidFill>
                <a:latin typeface="Century Gothic"/>
              </a:rPr>
              <a:t>ACHIEVEMENTS: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Processed ~130 exam papers into a structured question bank across 5 levels.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Built and deployed Ooka end-to-end; now testing with ~22 students.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Redesigned progression from grade-style ranks to a consistency-based XP system.</a:t>
            </a:r>
          </a:p>
          <a:p>
            <a:pPr algn="l">
              <a:spcBef>
                <a:spcPts val="1600"/>
              </a:spcBef>
              <a:spcAft>
                <a:spcPts val="500"/>
              </a:spcAft>
            </a:pPr>
            <a:r>
              <a:rPr sz="4200" b="1">
                <a:solidFill>
                  <a:srgbClr val="B23E65"/>
                </a:solidFill>
                <a:latin typeface="Century Gothic"/>
              </a:rPr>
              <a:t>REFLECTIONS: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Applied the CDIO framework across the whole project.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Strengthened full-stack skills and learned to design for real users.</a:t>
            </a:r>
          </a:p>
          <a:p>
            <a:pPr algn="l" marL="342900" indent="-342900">
              <a:spcAft>
                <a:spcPts val="800"/>
              </a:spcAft>
            </a:pPr>
            <a:r>
              <a:rPr sz="2700" b="0">
                <a:solidFill>
                  <a:srgbClr val="22303C"/>
                </a:solidFill>
                <a:latin typeface="Century Gothic"/>
              </a:rPr>
              <a:t>•  Grew in communication and self-directed learning through supervisor feedback.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42582" y="16824960"/>
            <a:ext cx="8635319" cy="10332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B23E65"/>
                </a:solidFill>
                <a:latin typeface="Century Gothic"/>
              </a:rPr>
              <a:t>PROJECT TITLE &amp; SYNOPSIS:</a:t>
            </a:r>
          </a:p>
          <a:p>
            <a:pPr algn="l">
              <a:spcAft>
                <a:spcPts val="600"/>
              </a:spcAft>
            </a:pPr>
            <a:r>
              <a:rPr sz="2300" b="1">
                <a:solidFill>
                  <a:srgbClr val="22303C"/>
                </a:solidFill>
                <a:latin typeface="Century Gothic"/>
              </a:rPr>
              <a:t>Ooka — A Gamified Study-Habit App Powered by an Exam-Paper Extraction Pipeline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Helps students build a consistent daily study habit using real exam questions.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An automated pipeline converts exam papers into the app's question bank.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Streaks, XP and rewards keep practice consistent and effective.</a:t>
            </a:r>
          </a:p>
          <a:p>
            <a:pPr algn="l">
              <a:spcBef>
                <a:spcPts val="1100"/>
              </a:spcBef>
              <a:spcAft>
                <a:spcPts val="500"/>
              </a:spcAft>
            </a:pPr>
            <a:r>
              <a:rPr sz="3400" b="1">
                <a:solidFill>
                  <a:srgbClr val="B23E65"/>
                </a:solidFill>
                <a:latin typeface="Century Gothic"/>
              </a:rPr>
              <a:t>PROBLEM STATEMENT: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Digitising exam papers by hand does not scale.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Students struggle to practise consistently; grade-style apps discourage effort.</a:t>
            </a:r>
          </a:p>
          <a:p>
            <a:pPr algn="l">
              <a:spcBef>
                <a:spcPts val="1100"/>
              </a:spcBef>
              <a:spcAft>
                <a:spcPts val="500"/>
              </a:spcAft>
            </a:pPr>
            <a:r>
              <a:rPr sz="3400" b="1">
                <a:solidFill>
                  <a:srgbClr val="B23E65"/>
                </a:solidFill>
                <a:latin typeface="Century Gothic"/>
              </a:rPr>
              <a:t>INTERNSHIP EXPERIENCE: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Built the extraction pipeline and the full Ooka app end-to-end.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Extended it to the new MOE syllabus (Combined G1/G2/G3, Pure) and P6 Math.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Solved hard problems in diagram extraction, streak logic and performance.</a:t>
            </a:r>
          </a:p>
          <a:p>
            <a:pPr algn="l" marL="342900" indent="-342900">
              <a:spcAft>
                <a:spcPts val="500"/>
              </a:spcAft>
            </a:pPr>
            <a:r>
              <a:rPr sz="2200" b="0">
                <a:solidFill>
                  <a:srgbClr val="22303C"/>
                </a:solidFill>
                <a:latin typeface="Century Gothic"/>
              </a:rPr>
              <a:t>•  Worked closely with my supervisor on the app's direction and rebrand.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86963" y="5643777"/>
            <a:ext cx="3208060" cy="167253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 smtClean="0">
                <a:solidFill>
                  <a:schemeClr val="tx1"/>
                </a:solidFill>
              </a:rPr>
              <a:t>Curious Lab</a:t>
            </a:r>
          </a:p>
          <a:p>
            <a:pPr algn="ctr"/>
            <a:r>
              <a:rPr lang="en-SG" sz="3600" dirty="0" smtClean="0">
                <a:solidFill>
                  <a:schemeClr val="tx1"/>
                </a:solidFill>
              </a:rPr>
              <a:t>logo</a:t>
            </a:r>
            <a:endParaRPr lang="en-SG" sz="3600" dirty="0">
              <a:solidFill>
                <a:schemeClr val="tx1"/>
              </a:solidFill>
            </a:endParaRPr>
          </a:p>
        </p:txBody>
      </p:sp>
      <p:pic>
        <p:nvPicPr>
          <p:cNvPr id="30" name="Picture 29" descr="ooka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0" y="7589520"/>
            <a:ext cx="9784080" cy="770866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1247120" y="15316200"/>
            <a:ext cx="4754880" cy="1325880"/>
          </a:xfrm>
          <a:prstGeom prst="rect">
            <a:avLst/>
          </a:prstGeom>
          <a:solidFill>
            <a:srgbClr val="F0EEEA"/>
          </a:solidFill>
          <a:ln w="25400">
            <a:solidFill>
              <a:srgbClr val="B23E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888888"/>
                </a:solidFill>
                <a:latin typeface="Century Gothic"/>
              </a:rPr>
              <a:t>Ooka screenshot  (replace me)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276320" y="15316200"/>
            <a:ext cx="4754880" cy="1325880"/>
          </a:xfrm>
          <a:prstGeom prst="rect">
            <a:avLst/>
          </a:prstGeom>
          <a:solidFill>
            <a:srgbClr val="F0EEEA"/>
          </a:solidFill>
          <a:ln w="25400">
            <a:solidFill>
              <a:srgbClr val="B23E6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888888"/>
                </a:solidFill>
                <a:latin typeface="Century Gothic"/>
              </a:rPr>
              <a:t>Ooka screenshot  (replace me)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11880"/>
            <a:ext cx="2011680" cy="6217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160" y="4160520"/>
            <a:ext cx="89154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4572000"/>
            <a:ext cx="1417320" cy="1417320"/>
          </a:xfrm>
          <a:prstGeom prst="roundRect">
            <a:avLst/>
          </a:prstGeom>
          <a:solidFill>
            <a:srgbClr val="B23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entury Gothic"/>
              </a:rPr>
              <a:t>&lt;/&gt;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4572000"/>
            <a:ext cx="67665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B23E65"/>
                </a:solidFill>
                <a:latin typeface="Century Gothic"/>
              </a:rPr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426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4749</TotalTime>
  <Words>136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Adobe Gothic Std B</vt:lpstr>
      <vt:lpstr>ＭＳ Ｐゴシック</vt:lpstr>
      <vt:lpstr>Arial</vt:lpstr>
      <vt:lpstr>Calibri</vt:lpstr>
      <vt:lpstr>Century Gothic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Tanya Goh</dc:creator>
  <cp:lastModifiedBy>Tan Toh Seng</cp:lastModifiedBy>
  <cp:revision>163</cp:revision>
  <cp:lastPrinted>2017-07-04T00:27:22Z</cp:lastPrinted>
  <dcterms:created xsi:type="dcterms:W3CDTF">2011-11-24T10:03:41Z</dcterms:created>
  <dcterms:modified xsi:type="dcterms:W3CDTF">2019-11-29T05:12:31Z</dcterms:modified>
</cp:coreProperties>
</file>